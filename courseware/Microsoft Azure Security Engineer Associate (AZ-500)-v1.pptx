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39344---Microsoft-Azure-Security-Engineer-Associate-AZ-500-/tree/main/lab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80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78992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143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  <a:latin typeface="Arial"/>
              </a:rPr>
              <a:t>Microsoft Azure Security Engineer Associate (AZ-500)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8755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  <a:latin typeface="Arial"/>
              </a:rPr>
              <a:t>TGS-2023039344 | Hands-On Labs | Tertiary Infotech Academy Pte Ltd | UEN: 201200696W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598932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00" b="1">
                <a:solidFill>
                  <a:srgbClr val="1F6FEB"/>
                </a:solidFill>
                <a:latin typeface="Arial"/>
              </a:rPr>
              <a:t>Version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Copyright Notice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Copyright 2026 Tertiary Infotech Academy Pte Ltd.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Materials are for enrolled learners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Do not redistribute assessment or trainer materials.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Tertiary Infotech Academy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WSQ course provider delivering ICT and business technology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UEN: 201200696W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Training format: instructor-led, hands-on, assessment-ready.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 -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3352" y="2395728"/>
            <a:ext cx="1554480" cy="155448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100" b="1">
                <a:solidFill>
                  <a:srgbClr val="111827"/>
                </a:solidFill>
                <a:latin typeface="Arial"/>
              </a:rPr>
              <a:t>Your Trainer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19472"/>
            <a:ext cx="306324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659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2402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256032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56032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697479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97180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29184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42900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370332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402336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4023360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16052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443484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475488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475488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489204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516636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54864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548640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56235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58978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33172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38912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rial"/>
              </a:rPr>
              <a:t>Dr. Alfred 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919472"/>
            <a:ext cx="3063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868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93392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267712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907791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907791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072384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346703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PhD - specialises in AI, automation, software engineering and cloud learning.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986783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986783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4151375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425696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WSQ courses on cloud fundamentals, AI, automation and app development.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5065776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5065776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5230368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504688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TRAQOM -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SSG TRAQOM digital attendance at the required checkpoints.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same registered learner identity throughout the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Assessment digital attendance is separate from class attendance.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The TRAQOM QR code and LMS submission are provided through the LMS/TMS portal.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143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" y="202082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691640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7688" y="202082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9184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" y="36210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29184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47688" y="36210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73152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5221224"/>
            <a:ext cx="530352" cy="53035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892040"/>
            <a:ext cx="73152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47688" y="5221224"/>
            <a:ext cx="530352" cy="53035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Share your name, role and Azure security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State one identity, network or monitoring control you want to practise.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Confirm your access to the assigned Azure subscription or sandbox.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RBAC, PIM, Conditional Access and managed identities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NSG, ASG, Firewall, WAF and Private Endpoint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5-6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Bastion, JIT, encryption, SQL, Storage and Key Vault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7-8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Defender for Cloud, Policy, Sentinel and playbooks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Assessment is open book and conducted through the LMS.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WA first, then 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lab evidence and screenshots where instructed.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Ask for clarification before the assessment starts, not during submission.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Open book. Complete the WA before 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Use the LMS and lab evidence as instructed.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Take assessment attendance before starting.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SSG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Meet attendance and assessment requirements.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https://github.com/tertiarycourses/TGS-2023039344---Microsoft-Azure-Security-Engineer-Associate-AZ-500-/tree/main/labs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3246120" cy="1965960"/>
          </a:xfrm>
          <a:prstGeom prst="roundRect">
            <a:avLst/>
          </a:prstGeom>
          <a:solidFill>
            <a:srgbClr val="E8F0F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283464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697480"/>
            <a:ext cx="28346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rial"/>
              </a:rPr>
              <a:t>Clone the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127248"/>
            <a:ext cx="283464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git clone https://github.com/tertiarycourses/TGS-2023039344---Microsoft-Azure-Security-Engineer-Associate-AZ-500-.git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246120" cy="1965960"/>
          </a:xfrm>
          <a:prstGeom prst="roundRect">
            <a:avLst/>
          </a:prstGeom>
          <a:solidFill>
            <a:srgbClr val="E8F7E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2359152"/>
            <a:ext cx="283464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Option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697480"/>
            <a:ext cx="28346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rial"/>
              </a:rPr>
              <a:t>Download the 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3127248"/>
            <a:ext cx="283464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GitHub Code menu &gt; Download ZIP, then open the labs folder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2148840"/>
            <a:ext cx="3246120" cy="1965960"/>
          </a:xfrm>
          <a:prstGeom prst="roundRect">
            <a:avLst/>
          </a:prstGeom>
          <a:solidFill>
            <a:srgbClr val="FFF4E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2359152"/>
            <a:ext cx="283464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697480"/>
            <a:ext cx="28346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rial"/>
              </a:rPr>
              <a:t>Use the 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3127248"/>
            <a:ext cx="283464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Follow each lab in Azure Portal using the instructor-provided subscription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1024128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Record screenshots or notes where the lab asks for evidence. If a feature is unavailable because of licensing or permission limits, document the exact blocker.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Download the courseware and submit assessment answers at https://lms-tms.tertiaryinfotech.com/.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LMS for TRAQOM QR code, assessment attendance and submission instructions.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Keep your learner account active until all assessment records are signed.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Two-Day Lesson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1: Labs 1-4 - identity, privileged access, Conditional Access, managed identities and network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2: Labs 5-8 - compute, data protection, Defender for Cloud, Sentinel investigation and automation.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All lab work uses the assigned training subscription and `rg-az500-&lt;initials&gt;` unless your trainer instructs otherwise.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Resource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920240" cy="77724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Tenant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920240"/>
            <a:ext cx="19202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Subscription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920240"/>
            <a:ext cx="1920240" cy="77724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Resource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920240"/>
            <a:ext cx="19202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023360"/>
            <a:ext cx="192024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Tags / RBAC / Policy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5176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89204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36092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2412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Arial"/>
              </a:rPr>
              <a:t>The labs repeatedly use this hierarchy: sign in to the tenant, work inside a subscription, place resources in rg-az500-&lt;initials&gt;, then apply identity, network, workload, data and SecOps controls.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Two-Day Azure Lab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Identity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RBAC, PIM, CA and managed identities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Network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NSG, ASG, Firewall, WAF and Private Endpoints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Platform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Compute, storage, SQL and Key Vault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Operations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Defender, Policy, Sentinel and playbooks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slide deck, Learner Guide and Lesson Plan follow this same lab 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Services Practised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Entra ID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RBAC, PIM, CA and app consent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Network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Segmentation and protected access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Data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Storage, SQL, secrets and keys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SecOps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Secure score, Sentinel and 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Service groups in the diagram map directly to Labs 1-8 and the AZ-500 lab domains.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Security Posture Management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Assess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Review exposure and current controls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Harden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Apply least privilege and protection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Detect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Use Defender and Sentinel signals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Respond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Investigate and automate playbooks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course moves from prevention to detection, investigation and response.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Sentinel Investigation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Collect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Connect Log Analytics data sources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Detect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Create analytics rules and alerts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Investigate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Triage incidents and entities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Automate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Run playbooks and close the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Lab 8 closes the course with monitoring, investigation and automation.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AZ-500 Lab Domain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Domain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 identity and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Domain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 networking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Domain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5-6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 compute, storage and databases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Domain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7-8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Manage security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AZ-500 Lab Domain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Security Outcome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Priority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95728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Identity and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395728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1-2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395728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Least privilege and secure app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2395728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19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962656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Networking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962656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3-4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962656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Segmentation and protected ingress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2962656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19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529584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Platform and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529584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5-6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529584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Compute, storage, SQL and secrets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3529584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19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096512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19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Security operations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4096512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7-8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4096512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Posture, detection and response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4096512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19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074920"/>
            <a:ext cx="10058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rial"/>
              </a:rPr>
              <a:t>This matrix keeps the deck, Learner Guide and Lesson Plan aligned to the eight AZ-500 labs.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Defense-in-Depth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91640"/>
            <a:ext cx="9875520" cy="58521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65376"/>
            <a:ext cx="941832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Identity and Privileged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313432"/>
            <a:ext cx="8869680" cy="58521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487168"/>
            <a:ext cx="841248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Network Segmentation and Ingress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2935224"/>
            <a:ext cx="7863840" cy="5852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3108960"/>
            <a:ext cx="740664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Compute, Storage and Database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557016"/>
            <a:ext cx="685800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3730752"/>
            <a:ext cx="640080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Policy, Defender and Sentinel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178808"/>
            <a:ext cx="5852160" cy="58521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352544"/>
            <a:ext cx="539496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Evidence, Response and 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349240"/>
            <a:ext cx="987552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rial"/>
              </a:rPr>
              <a:t>Learners move from preventive controls to detection, investigation, automation and evidence capture.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Configure RBAC, Custom Roles, and Privileged Access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Secure identity and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configure Azure role-based access control, create a scoped custom role, and review privileged access patterns with Microsoft Entra Privileged Identity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labs/lab-01-identity-rbac-pim.md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the training resource...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inherited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Assign a built-in role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Create a custom role definition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the training resource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inherited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Assign a built-in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Create a custom role definition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privileged identity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Azure RBAC scopes permissions.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built-in and custom roles differ.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PIM reduces standing privilege.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to document missing identity licensing or permissions during security reviews.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Secure App Access with Conditional Access and Managed Identities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Secure identity and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review Conditional Access, app registrations, service principals, OAuth consent, and managed identities. These controls are central to secure identity and application access in Azure.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labs/lab-02-conditional-access-managed-identities.md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Review Conditional Access...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sign-in 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Create an app registration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Review API permissions and...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Review Conditional Access policies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sign-in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Create an app registration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Review API permissions and consent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Enable a managed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report-only Conditional Access protects against accidental lockout.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app registrations expose API permissions and consent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managed identities replace application secrets.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service principals connect applications to Azure RBAC.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Secure Virtual Networks with NSGs, ASGs, Peering, and Network Watcher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Secure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create a segmented virtual network, apply Network Security Groups, use Application Security Groups, and validate traffic using Network Watcher.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labs/lab-03-network-security-nsg-asg.md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a virtual network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Create application security...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Create network security groups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Associate NSGs to subnets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a virtual 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Create application security groups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Create network security groups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Associate NSGs to subnets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Use Network Watcher IP flow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NSGs enforce subnet and NIC-level traffic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ASGs make rules easier to manage.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Network Watcher validates network security behavior.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Why least privilege network design uses explicit tier 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Protect Public and Private Access with Azure Firewall, WAF, and Private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Secure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design public and private access protections using Azure Firewall, Web Application Firewall concepts, and Private Endpoints. Some resources can be reviewed instead of deployed if...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labs/lab-04-firewall-waf-private-endpoints.md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Plan firewall placement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firewall policy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Review WAF protection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Create a storage account...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Plan firewall placement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firewall policy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Review WAF protection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Create a storage account private endpoint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public access 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When to use Azure Firewall, WAF, and Private Endpoints.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firewall policies organize network and application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private access reduces public attack surface.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to document cost-sensitive security resources without deploying every component.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Secure Virtual Machines, Bastion, JIT Access, and Disk Encryption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Secure compute, storage, and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secure administrative access to virtual machines and review compute hardening options such as Bastion, Just-in-Time access, and disk encryption.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labs/lab-05-compute-security-vm-bastion-jit.md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a test virtual machine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Deploy or review Azure Bastion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Remove public management exposure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Configure Just-in-Time VM access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a test virtual machine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Deploy or review Azure Bastion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Remove public management exposure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Configure Just-in-Time VM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disk encryption 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Bastion reduces VM management exposure.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JIT limits management ports to approved time windows.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NSGs, Defender for Cloud, and encryption combine for VM security.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to choose between platform-managed and customer-managed encryption.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Protect Storage, SQL Database, and Key Vault Secrets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Secure compute, storage, and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configure security controls for Azure Storage, Azure SQL Database, and Azure Key Vault.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labs/lab-06-storage-sql-key-vault.md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Harden storage account access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storage keys and shared...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Create a Key Vault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Add and protect a secret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Harden storage account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storage keys and shared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Create a Key Vault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Add and protect a secret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Create or review Azure SQL Database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to harden storage access and recovery settings.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Key Vault protects keys, secrets, and certificates.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Azure SQL Database security features map to confidentiality and audit requirements.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Why secret values should not be copied into lab submissions.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Manage Security Posture with Azure Policy and Defender for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4 - Manage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use Azure Policy and Microsoft Defender for Cloud to assess compliance, secure score, and recommended remediation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labs/lab-07-defender-policy-secure-score.md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Assign an Azure Policy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compliance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Open Defender for Cloud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Review regulatory compliance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Assign an Azure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Open Defender for Cloud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Review regulatory compliance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Defender plans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Azure Policy enforces governance.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Defender for Cloud calculates secure score.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recommendations support remediation.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compliance standards map technical controls to frameworks.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Monitor, Investigate, and Automate with Microsoft Sentinel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4 - Manage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configure a Microsoft Sentinel workspace, connect data, run KQL queries, create an analytics rule, and review automation options.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labs/lab-08-sentinel-monitor-investigate-automate.md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a Log Analytics workspace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Enable Microsoft Sentinel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Connect Azure activity data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Run basic KQL queries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a Log Analytics 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Enable Microsoft Sentinel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Connect Azure activity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Run basic KQL queries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Create an analytics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Review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Sentinel uses Log Analytics workspaces.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data connectors bring telemetry into the SIEM.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KQL supports investigation.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analytics rules and automation support alerting and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 Wrap-Up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 configured identity, network, compute, data and security operations controls across the eight labs.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 practised evidence-based security review when licensing or permission limits blocked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Delete remaining training resources unless the instructor asks you to preserve them for assessment.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Open book. Complete the WA before 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Use the LMS and lab evidence as instructed.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Take assessment attendance before starting.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SSG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Meet attendance and assessment requirements.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TRAQOM -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SSG TRAQOM digital attendance at the required checkpoints.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same registered learner identity throughout the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Assessment digital attendance is separate from class attendance.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The TRAQOM QR code and LMS submission are provided through the LMS/TMS portal.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Submit all assessment responses on the LMS.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Sign the Assessment Summary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Contact Tertiary Infotech Academy for post-course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